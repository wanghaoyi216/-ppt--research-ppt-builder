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080" y="1645920"/>
            <a:ext cx="5230368" cy="10058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55080" y="2834640"/>
            <a:ext cx="5230368" cy="2377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2834640"/>
            <a:ext cx="5806440" cy="4023360"/>
          </a:xfrm>
          <a:prstGeom prst="rect">
            <a:avLst/>
          </a:prstGeom>
          <a:solidFill>
            <a:srgbClr val="F3E7D8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0" y="2834640"/>
            <a:ext cx="5806440" cy="54864"/>
          </a:xfrm>
          <a:prstGeom prst="rect">
            <a:avLst/>
          </a:prstGeom>
          <a:solidFill>
            <a:srgbClr val="AE7C48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868680" y="3703320"/>
            <a:ext cx="2194560" cy="2194560"/>
          </a:xfrm>
          <a:prstGeom prst="ellipse">
            <a:avLst/>
          </a:prstGeom>
          <a:solidFill>
            <a:srgbClr val="E6D3BC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4206240" y="4434840"/>
            <a:ext cx="1005840" cy="1005840"/>
          </a:xfrm>
          <a:prstGeom prst="ellipse">
            <a:avLst/>
          </a:prstGeom>
          <a:solidFill>
            <a:srgbClr val="A08562">
              <a:alpha val="4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5669280" y="2834640"/>
            <a:ext cx="50292" cy="4023360"/>
          </a:xfrm>
          <a:prstGeom prst="rect">
            <a:avLst/>
          </a:prstGeom>
          <a:solidFill>
            <a:srgbClr val="8A5A2B">None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374904"/>
            <a:ext cx="9418320" cy="75895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517904"/>
            <a:ext cx="10981944" cy="48280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374904"/>
            <a:ext cx="12191695" cy="758952"/>
          </a:xfrm>
          <a:prstGeom prst="rect">
            <a:avLst/>
          </a:prstGeom>
          <a:solidFill>
            <a:srgbClr val="8A5A2B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0" y="1133856"/>
            <a:ext cx="12191695" cy="22860"/>
          </a:xfrm>
          <a:prstGeom prst="rect">
            <a:avLst/>
          </a:prstGeom>
          <a:solidFill>
            <a:srgbClr val="AE7C48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10168128" y="274320"/>
            <a:ext cx="1901952" cy="822960"/>
          </a:xfrm>
          <a:prstGeom prst="rect">
            <a:avLst/>
          </a:prstGeom>
          <a:solidFill>
            <a:srgbClr val="A08562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10991088" y="484632"/>
            <a:ext cx="402336" cy="402336"/>
          </a:xfrm>
          <a:prstGeom prst="diamond">
            <a:avLst/>
          </a:prstGeom>
          <a:solidFill>
            <a:srgbClr val="FFFFF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10607040" y="484632"/>
            <a:ext cx="219456" cy="402336"/>
          </a:xfrm>
          <a:prstGeom prst="diamond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5080" y="2651760"/>
            <a:ext cx="5230368" cy="118872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5080" y="3931920"/>
            <a:ext cx="5230368" cy="1097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8A5A2B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AE7C48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960120" y="2834640"/>
            <a:ext cx="2011680" cy="2011680"/>
          </a:xfrm>
          <a:prstGeom prst="diamond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1691640" y="3291840"/>
            <a:ext cx="914400" cy="914400"/>
          </a:xfrm>
          <a:prstGeom prst="ellipse">
            <a:avLst/>
          </a:prstGeom>
          <a:solidFill>
            <a:srgbClr val="A08562">
              <a:alpha val="4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4663440" y="2103120"/>
            <a:ext cx="6611112" cy="22860"/>
          </a:xfrm>
          <a:prstGeom prst="rect">
            <a:avLst/>
          </a:prstGeom>
          <a:solidFill>
            <a:srgbClr val="AE7C48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2" name="deco12"/>
          <p:cNvSpPr/>
          <p:nvPr/>
        </p:nvSpPr>
        <p:spPr>
          <a:xfrm>
            <a:off x="4663440" y="5760720"/>
            <a:ext cx="6611112" cy="22860"/>
          </a:xfrm>
          <a:prstGeom prst="rect">
            <a:avLst/>
          </a:prstGeom>
          <a:solidFill>
            <a:srgbClr val="AE7C48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3" name="deco13"/>
          <p:cNvSpPr/>
          <p:nvPr/>
        </p:nvSpPr>
        <p:spPr>
          <a:xfrm>
            <a:off x="10168128" y="548640"/>
            <a:ext cx="1901952" cy="822960"/>
          </a:xfrm>
          <a:prstGeom prst="rect">
            <a:avLst/>
          </a:prstGeom>
          <a:solidFill>
            <a:srgbClr val="A08562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4" name="deco14"/>
          <p:cNvSpPr/>
          <p:nvPr/>
        </p:nvSpPr>
        <p:spPr>
          <a:xfrm>
            <a:off x="10991088" y="758952"/>
            <a:ext cx="402336" cy="402336"/>
          </a:xfrm>
          <a:prstGeom prst="diamond">
            <a:avLst/>
          </a:prstGeom>
          <a:solidFill>
            <a:srgbClr val="FFFFF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5" name="deco15"/>
          <p:cNvSpPr/>
          <p:nvPr/>
        </p:nvSpPr>
        <p:spPr>
          <a:xfrm>
            <a:off x="10607040" y="758952"/>
            <a:ext cx="219456" cy="402336"/>
          </a:xfrm>
          <a:prstGeom prst="diamond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374904"/>
            <a:ext cx="9418320" cy="75895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3504" y="1517904"/>
            <a:ext cx="5349240" cy="48280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6208" y="1517904"/>
            <a:ext cx="5349240" cy="48280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8" name="deco8"/>
          <p:cNvSpPr/>
          <p:nvPr/>
        </p:nvSpPr>
        <p:spPr>
          <a:xfrm>
            <a:off x="0" y="374904"/>
            <a:ext cx="12191695" cy="758952"/>
          </a:xfrm>
          <a:prstGeom prst="rect">
            <a:avLst/>
          </a:prstGeom>
          <a:solidFill>
            <a:srgbClr val="8A5A2B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0" y="1133856"/>
            <a:ext cx="12191695" cy="22860"/>
          </a:xfrm>
          <a:prstGeom prst="rect">
            <a:avLst/>
          </a:prstGeom>
          <a:solidFill>
            <a:srgbClr val="AE7C48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10168128" y="274320"/>
            <a:ext cx="1901952" cy="822960"/>
          </a:xfrm>
          <a:prstGeom prst="rect">
            <a:avLst/>
          </a:prstGeom>
          <a:solidFill>
            <a:srgbClr val="A08562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10991088" y="484632"/>
            <a:ext cx="402336" cy="402336"/>
          </a:xfrm>
          <a:prstGeom prst="diamond">
            <a:avLst/>
          </a:prstGeom>
          <a:solidFill>
            <a:srgbClr val="FFFFF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2" name="deco12"/>
          <p:cNvSpPr/>
          <p:nvPr/>
        </p:nvSpPr>
        <p:spPr>
          <a:xfrm>
            <a:off x="10607040" y="484632"/>
            <a:ext cx="219456" cy="402336"/>
          </a:xfrm>
          <a:prstGeom prst="diamond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3504" y="1517904"/>
            <a:ext cx="10981944" cy="8229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3504" y="1517904"/>
            <a:ext cx="10981944" cy="48280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1700784"/>
            <a:ext cx="12191695" cy="4242816"/>
          </a:xfrm>
          <a:prstGeom prst="rect">
            <a:avLst/>
          </a:prstGeom>
          <a:solidFill>
            <a:srgbClr val="F3E7D8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5751576" y="1956816"/>
            <a:ext cx="676656" cy="82296"/>
          </a:xfrm>
          <a:prstGeom prst="rect">
            <a:avLst/>
          </a:prstGeom>
          <a:solidFill>
            <a:srgbClr val="A08562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3840480" y="5669280"/>
            <a:ext cx="4507992" cy="32004"/>
          </a:xfrm>
          <a:prstGeom prst="rect">
            <a:avLst/>
          </a:prstGeom>
          <a:solidFill>
            <a:srgbClr val="8A5A2B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4937760" y="5751576"/>
            <a:ext cx="2313432" cy="12801"/>
          </a:xfrm>
          <a:prstGeom prst="rect">
            <a:avLst/>
          </a:prstGeom>
          <a:solidFill>
            <a:srgbClr val="AE7C48">None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241A10"/>
      </a:dk1>
      <a:lt1>
        <a:srgbClr val="FBF7F1"/>
      </a:lt1>
      <a:dk2>
        <a:srgbClr val="241A10"/>
      </a:dk2>
      <a:lt2>
        <a:srgbClr val="F6ECDD"/>
      </a:lt2>
      <a:accent1>
        <a:srgbClr val="AE7C48"/>
      </a:accent1>
      <a:accent2>
        <a:srgbClr val="A08562"/>
      </a:accent2>
      <a:accent3>
        <a:srgbClr val="6B4A24"/>
      </a:accent3>
      <a:accent4>
        <a:srgbClr val="8A5A2B"/>
      </a:accent4>
      <a:accent5>
        <a:srgbClr val="9A6633"/>
      </a:accent5>
      <a:accent6>
        <a:srgbClr val="E6D3BC"/>
      </a:accent6>
      <a:hlink>
        <a:srgbClr val="8A5A2B"/>
      </a:hlink>
      <a:folHlink>
        <a:srgbClr val="6B4A24"/>
      </a:folHlink>
    </a:clrScheme>
    <a:fontScheme name="Office">
      <a:majorFont>
        <a:latin typeface="Times New Roman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research-ppt-builder</Application>
  <PresentationFormat>On-screen Show (16:9)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Base/>
  <HyperlinksChanged>false</HyperlinksChanged>
  <AppVersion>research-ppt-builder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warm-sand 母版</dc:title>
  <dc:subject/>
  <dc:creator>research-ppt-builder</dc:creator>
  <cp:keywords/>
  <dc:description/>
  <cp:lastModifiedBy>research-ppt-builder</cp:lastModifiedBy>
  <cp:revision>1</cp:revision>
  <dcterms:created xsi:type="dcterms:W3CDTF">2000-01-01T00:00:00Z</dcterms:created>
  <dcterms:modified xsi:type="dcterms:W3CDTF">2000-01-01T00:00:00Z</dcterms:modified>
  <cp:category/>
  <cp:lastPrinted>2000-01-01T00:00:00Z</cp:lastPrinted>
  <cp:contentStatus/>
  <dc:identifier/>
  <dc:language/>
  <cp:version/>
</cp:coreProperties>
</file>