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080" y="1645920"/>
            <a:ext cx="5230368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080" y="2834640"/>
            <a:ext cx="5230368" cy="2377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2834640"/>
            <a:ext cx="5806440" cy="4023360"/>
          </a:xfrm>
          <a:prstGeom prst="rect">
            <a:avLst/>
          </a:prstGeom>
          <a:solidFill>
            <a:srgbClr val="E8F2F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2834640"/>
            <a:ext cx="5806440" cy="54864"/>
          </a:xfrm>
          <a:prstGeom prst="rect">
            <a:avLst/>
          </a:prstGeom>
          <a:solidFill>
            <a:srgbClr val="6096E6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868680" y="3703320"/>
            <a:ext cx="2194560" cy="2194560"/>
          </a:xfrm>
          <a:prstGeom prst="ellipse">
            <a:avLst/>
          </a:prstGeom>
          <a:solidFill>
            <a:srgbClr val="D3D9E9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206240" y="4434840"/>
            <a:ext cx="1005840" cy="1005840"/>
          </a:xfrm>
          <a:prstGeom prst="ellipse">
            <a:avLst/>
          </a:prstGeom>
          <a:solidFill>
            <a:srgbClr val="B39B77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5669280" y="2834640"/>
            <a:ext cx="50292" cy="4023360"/>
          </a:xfrm>
          <a:prstGeom prst="rect">
            <a:avLst/>
          </a:prstGeom>
          <a:solidFill>
            <a:srgbClr val="006DB8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517904"/>
            <a:ext cx="10981944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006DB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6096E6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B39B77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04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208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8" name="deco8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006DB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6096E6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B39B77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504" y="1517904"/>
            <a:ext cx="10981944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04" y="1517904"/>
            <a:ext cx="10981944" cy="48280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1700784"/>
            <a:ext cx="12191695" cy="4242816"/>
          </a:xfrm>
          <a:prstGeom prst="rect">
            <a:avLst/>
          </a:prstGeom>
          <a:solidFill>
            <a:srgbClr val="E8F2F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5751576" y="1956816"/>
            <a:ext cx="676656" cy="82296"/>
          </a:xfrm>
          <a:prstGeom prst="rect">
            <a:avLst/>
          </a:prstGeom>
          <a:solidFill>
            <a:srgbClr val="B39B77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3840480" y="5669280"/>
            <a:ext cx="4507992" cy="32004"/>
          </a:xfrm>
          <a:prstGeom prst="rect">
            <a:avLst/>
          </a:prstGeom>
          <a:solidFill>
            <a:srgbClr val="006DB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937760" y="5751576"/>
            <a:ext cx="2313432" cy="12801"/>
          </a:xfrm>
          <a:prstGeom prst="rect">
            <a:avLst/>
          </a:prstGeom>
          <a:solidFill>
            <a:srgbClr val="6096E6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F1423"/>
      </a:dk1>
      <a:lt1>
        <a:srgbClr val="FFFFFF"/>
      </a:lt1>
      <a:dk2>
        <a:srgbClr val="0F1423"/>
      </a:dk2>
      <a:lt2>
        <a:srgbClr val="F2F6FB"/>
      </a:lt2>
      <a:accent1>
        <a:srgbClr val="6096E6"/>
      </a:accent1>
      <a:accent2>
        <a:srgbClr val="B39B77"/>
      </a:accent2>
      <a:accent3>
        <a:srgbClr val="7B8DBE"/>
      </a:accent3>
      <a:accent4>
        <a:srgbClr val="006DB8"/>
      </a:accent4>
      <a:accent5>
        <a:srgbClr val="4472C4"/>
      </a:accent5>
      <a:accent6>
        <a:srgbClr val="D3D9E9"/>
      </a:accent6>
      <a:hlink>
        <a:srgbClr val="006DB8"/>
      </a:hlink>
      <a:folHlink>
        <a:srgbClr val="7B8DBE"/>
      </a:folHlink>
    </a:clrScheme>
    <a:fontScheme name="Office">
      <a:maj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research-ppt-builder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research-ppt-builder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academic-blue 母版</dc:title>
  <dc:subject/>
  <dc:creator>research-ppt-builder</dc:creator>
  <cp:keywords/>
  <dc:description/>
  <cp:lastModifiedBy>research-ppt-builder</cp:lastModifiedBy>
  <cp:revision>1</cp:revision>
  <dcterms:created xsi:type="dcterms:W3CDTF">2000-01-01T00:00:00Z</dcterms:created>
  <dcterms:modified xsi:type="dcterms:W3CDTF">2000-01-01T00:00:00Z</dcterms:modified>
  <cp:category/>
  <cp:lastPrinted>2000-01-01T00:00:00Z</cp:lastPrinted>
  <cp:contentStatus/>
  <dc:identifier/>
  <dc:language/>
  <cp:version/>
</cp:coreProperties>
</file>