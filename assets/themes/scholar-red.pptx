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F7E9E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C06C7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E3D2D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8A6E52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8A2B34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8A2B3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C06C7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8A6E5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8A2B3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C06C7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8A6E5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F7E9E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8A6E5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8A2B34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C06C74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C1214"/>
      </a:dk1>
      <a:lt1>
        <a:srgbClr val="FFFFFF"/>
      </a:lt1>
      <a:dk2>
        <a:srgbClr val="1C1214"/>
      </a:dk2>
      <a:lt2>
        <a:srgbClr val="FAF1F2"/>
      </a:lt2>
      <a:accent1>
        <a:srgbClr val="C06C74"/>
      </a:accent1>
      <a:accent2>
        <a:srgbClr val="8A6E52"/>
      </a:accent2>
      <a:accent3>
        <a:srgbClr val="A9505A"/>
      </a:accent3>
      <a:accent4>
        <a:srgbClr val="8A2B34"/>
      </a:accent4>
      <a:accent5>
        <a:srgbClr val="9E3A44"/>
      </a:accent5>
      <a:accent6>
        <a:srgbClr val="E3D2D4"/>
      </a:accent6>
      <a:hlink>
        <a:srgbClr val="8A2B34"/>
      </a:hlink>
      <a:folHlink>
        <a:srgbClr val="A9505A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scholar-red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